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3" r:id="rId2"/>
    <p:sldId id="291" r:id="rId3"/>
    <p:sldId id="292" r:id="rId4"/>
    <p:sldId id="297" r:id="rId5"/>
    <p:sldId id="299" r:id="rId6"/>
    <p:sldId id="298" r:id="rId7"/>
    <p:sldId id="300" r:id="rId8"/>
  </p:sldIdLst>
  <p:sldSz cx="9144000" cy="6858000" type="screen4x3"/>
  <p:notesSz cx="6858000" cy="91440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1" autoAdjust="0"/>
    <p:restoredTop sz="94660"/>
  </p:normalViewPr>
  <p:slideViewPr>
    <p:cSldViewPr>
      <p:cViewPr>
        <p:scale>
          <a:sx n="76" d="100"/>
          <a:sy n="76" d="100"/>
        </p:scale>
        <p:origin x="-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512224C3-C2B1-4344-B2F0-7B5D20D2D103}" type="datetimeFigureOut">
              <a:rPr lang="en-US"/>
              <a:pPr>
                <a:defRPr/>
              </a:pPr>
              <a:t>15-Nov-24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2125442-964D-456B-A3AB-4BDD2D5F25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6089401-C286-41B2-82DC-647A7DD86A96}" type="slidenum">
              <a:rPr lang="en-US" smtClean="0"/>
              <a:pPr eaLnBrk="1" hangingPunct="1"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9042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DC010E-36E0-49DC-9E60-03675D35ED37}" type="slidenum">
              <a:rPr lang="en-US" smtClean="0"/>
              <a:pPr eaLnBrk="1" hangingPunct="1">
                <a:defRPr/>
              </a:pPr>
              <a:t>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46796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48867A3-540E-4615-B5EB-8AB3D1937176}" type="slidenum">
              <a:rPr lang="en-US" smtClean="0"/>
              <a:pPr eaLnBrk="1" hangingPunct="1">
                <a:defRPr/>
              </a:pPr>
              <a:t>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349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48867A3-540E-4615-B5EB-8AB3D1937176}" type="slidenum">
              <a:rPr lang="en-US" smtClean="0"/>
              <a:pPr eaLnBrk="1" hangingPunct="1">
                <a:defRPr/>
              </a:pPr>
              <a:t>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124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48867A3-540E-4615-B5EB-8AB3D1937176}" type="slidenum">
              <a:rPr lang="en-US" smtClean="0"/>
              <a:pPr eaLnBrk="1" hangingPunct="1">
                <a:defRPr/>
              </a:pPr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62757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48867A3-540E-4615-B5EB-8AB3D1937176}" type="slidenum">
              <a:rPr lang="en-US" smtClean="0"/>
              <a:pPr eaLnBrk="1" hangingPunct="1">
                <a:defRPr/>
              </a:pPr>
              <a:t>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80604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48867A3-540E-4615-B5EB-8AB3D1937176}" type="slidenum">
              <a:rPr lang="en-US" smtClean="0"/>
              <a:pPr eaLnBrk="1" hangingPunct="1">
                <a:defRPr/>
              </a:pPr>
              <a:t>7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6297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/>
          <p:cNvSpPr txBox="1">
            <a:spLocks noChangeArrowheads="1"/>
          </p:cNvSpPr>
          <p:nvPr/>
        </p:nvSpPr>
        <p:spPr bwMode="gray">
          <a:xfrm>
            <a:off x="228600" y="304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b="1" i="1" smtClean="0">
                <a:solidFill>
                  <a:schemeClr val="tx2"/>
                </a:solidFill>
              </a:rPr>
              <a:t>LOGO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4800600"/>
            <a:ext cx="6156325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73363" y="5105400"/>
            <a:ext cx="6172200" cy="11430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2133600" cy="24447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219200" y="381000"/>
            <a:ext cx="2297113" cy="244475"/>
          </a:xfrm>
        </p:spPr>
        <p:txBody>
          <a:bodyPr/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454400" y="6308725"/>
            <a:ext cx="2133600" cy="24447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E7B4350-535E-4B24-B728-B2DD2A364D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2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C9CF8-8138-47A9-B185-5258B4937C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F51357-A221-4E44-97DB-37133ADE82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8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4019550" cy="4713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611313"/>
            <a:ext cx="4019550" cy="4713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D76F3-964B-4A5F-9EB1-B49C9FAB4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1AC83-F77C-4BCA-B616-EFBE91AD7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4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FABC2-880C-426B-BD60-AD36F45CF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3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9C1C0-7609-423E-B1FF-EAB8F8007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5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2DBF6-E6DB-4B7B-AFE2-306305D2C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46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411DC-079D-4D90-A0FF-D54977FB93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6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900A7-4772-4452-8EFC-422440CF1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7025" y="609600"/>
            <a:ext cx="2047875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609600"/>
            <a:ext cx="5991225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760A9-3A0E-449C-A4E0-7A2F6E2C90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55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6400800" cy="4873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33400" y="1611313"/>
            <a:ext cx="8191500" cy="4713287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949-9F0D-4607-A702-D43646B7E3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8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87"/>
          <p:cNvGraphicFramePr>
            <a:graphicFrameLocks noChangeAspect="1"/>
          </p:cNvGraphicFramePr>
          <p:nvPr/>
        </p:nvGraphicFramePr>
        <p:xfrm>
          <a:off x="0" y="0"/>
          <a:ext cx="9144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Image" r:id="rId15" imgW="13003175" imgH="2577778" progId="">
                  <p:embed/>
                </p:oleObj>
              </mc:Choice>
              <mc:Fallback>
                <p:oleObj name="Image" r:id="rId15" imgW="13003175" imgH="2577778" progId="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22945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533400" y="1611313"/>
            <a:ext cx="8191500" cy="471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7315200" y="6461125"/>
            <a:ext cx="1752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4191000" y="647700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fld id="{18DEFFBB-6C29-434B-8B36-ED5DD6CAC3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33400" y="609600"/>
            <a:ext cx="6400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293688" y="647700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Text Box 83"/>
          <p:cNvSpPr txBox="1">
            <a:spLocks noChangeArrowheads="1"/>
          </p:cNvSpPr>
          <p:nvPr/>
        </p:nvSpPr>
        <p:spPr bwMode="gray">
          <a:xfrm>
            <a:off x="304800" y="152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2400" b="1" i="1" smtClean="0">
                <a:solidFill>
                  <a:schemeClr val="bg1"/>
                </a:solidFill>
              </a:rPr>
              <a:t>LOGO</a:t>
            </a:r>
          </a:p>
        </p:txBody>
      </p:sp>
      <p:pic>
        <p:nvPicPr>
          <p:cNvPr id="1033" name="Picture 84" descr="p1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90500"/>
            <a:ext cx="145097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i="0" u="none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6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191500" cy="54864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3200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3200" b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,…, a</a:t>
            </a:r>
            <a:r>
              <a:rPr lang="en-US" sz="3200" b="1" baseline="-25000" dirty="0" smtClean="0">
                <a:latin typeface="Times New Roman" pitchFamily="18" charset="0"/>
                <a:cs typeface="Times New Roman" pitchFamily="18" charset="0"/>
              </a:rPr>
              <a:t>n.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+ Input: k, 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,…, a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n.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+ Output: - i (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= k)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thấy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            - 0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thấy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191500" cy="5638800"/>
          </a:xfrm>
        </p:spPr>
        <p:txBody>
          <a:bodyPr/>
          <a:lstStyle/>
          <a:p>
            <a:pPr marL="514350" indent="-514350" eaLnBrk="1" hangingPunct="1">
              <a:buFont typeface="Wingdings" pitchFamily="2" charset="2"/>
              <a:buAutoNum type="alphaLcParenR"/>
              <a:defRPr/>
            </a:pP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tuần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buFontTx/>
              <a:buChar char="-"/>
              <a:defRPr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Char char="-"/>
              <a:defRPr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lượt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so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sánh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k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,…, a</a:t>
            </a:r>
            <a:r>
              <a:rPr lang="en-US" sz="3200" baseline="-25000" dirty="0">
                <a:latin typeface="Times New Roman" pitchFamily="18" charset="0"/>
                <a:cs typeface="Times New Roman" pitchFamily="18" charset="0"/>
              </a:rPr>
              <a:t>n.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thấy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duyệt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hết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191500" cy="56388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b)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nhị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,…, a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 div 2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dừng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thấy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M+1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,…,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&gt;K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tục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,…,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M-1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thất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bại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L&gt;F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dãy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191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miếng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FENCE.INP,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Tx/>
              <a:buChar char="-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1&lt;= N &lt;= 10000, 1&lt;= K &lt;=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Tx/>
              <a:buChar char="-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10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FENCE.out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1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191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868760"/>
              </p:ext>
            </p:extLst>
          </p:nvPr>
        </p:nvGraphicFramePr>
        <p:xfrm>
          <a:off x="533400" y="1828800"/>
          <a:ext cx="3492500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2500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2 3</a:t>
                      </a:r>
                      <a:b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b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47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6400800" cy="487363"/>
          </a:xfrm>
        </p:spPr>
        <p:txBody>
          <a:bodyPr/>
          <a:lstStyle/>
          <a:p>
            <a:pPr algn="l" eaLnBrk="1" hangingPunct="1"/>
            <a:r>
              <a:rPr lang="en-US" dirty="0" err="1" smtClean="0">
                <a:solidFill>
                  <a:srgbClr val="FF0000"/>
                </a:solidFill>
              </a:rPr>
              <a:t>Bài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tập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14339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191500" cy="5638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0..độ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67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2"/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324600"/>
          </a:xfrm>
        </p:spPr>
        <p:txBody>
          <a:bodyPr/>
          <a:lstStyle/>
          <a:p>
            <a:pPr algn="just">
              <a:buFontTx/>
              <a:buChar char="-"/>
            </a:pP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B1: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gỗ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B2: l = 0; r = a[n];</a:t>
            </a:r>
          </a:p>
          <a:p>
            <a:pPr marL="0" indent="0" algn="just">
              <a:buNone/>
            </a:pP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l&lt;=r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mid = (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l+r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)/2;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=1;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3.1: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&lt;=n 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a[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]/mid;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+ 1; Quay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3.1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3.2: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&gt;= k 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mid;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l = mid +1; Quay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3.3:  r = mid -1; Quay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pPr marL="0" indent="0" algn="just">
              <a:buNone/>
            </a:pP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4: In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sz="2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algn="just">
              <a:buFontTx/>
              <a:buChar char="-"/>
            </a:pP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5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27&quot;&gt;&lt;object type=&quot;3&quot; unique_id=&quot;10032&quot;&gt;&lt;property id=&quot;20148&quot; value=&quot;5&quot;/&gt;&lt;property id=&quot;20300&quot; value=&quot;Slide 1&quot;/&gt;&lt;property id=&quot;20307&quot; value=&quot;293&quot;/&gt;&lt;/object&gt;&lt;object type=&quot;3&quot; unique_id=&quot;10033&quot;&gt;&lt;property id=&quot;20148&quot; value=&quot;5&quot;/&gt;&lt;property id=&quot;20300&quot; value=&quot;Slide 2&quot;/&gt;&lt;property id=&quot;20307&quot; value=&quot;290&quot;/&gt;&lt;/object&gt;&lt;object type=&quot;3&quot; unique_id=&quot;10034&quot;&gt;&lt;property id=&quot;20148&quot; value=&quot;5&quot;/&gt;&lt;property id=&quot;20300&quot; value=&quot;Slide 3&quot;/&gt;&lt;property id=&quot;20307&quot; value=&quot;294&quot;/&gt;&lt;/object&gt;&lt;object type=&quot;3&quot; unique_id=&quot;10035&quot;&gt;&lt;property id=&quot;20148&quot; value=&quot;5&quot;/&gt;&lt;property id=&quot;20300&quot; value=&quot;Slide 4&quot;/&gt;&lt;property id=&quot;20307&quot; value=&quot;291&quot;/&gt;&lt;/object&gt;&lt;object type=&quot;3&quot; unique_id=&quot;10036&quot;&gt;&lt;property id=&quot;20148&quot; value=&quot;5&quot;/&gt;&lt;property id=&quot;20300&quot; value=&quot;Slide 5&quot;/&gt;&lt;property id=&quot;20307&quot; value=&quot;295&quot;/&gt;&lt;/object&gt;&lt;object type=&quot;3&quot; unique_id=&quot;10037&quot;&gt;&lt;property id=&quot;20148&quot; value=&quot;5&quot;/&gt;&lt;property id=&quot;20300&quot; value=&quot;Slide 6&quot;/&gt;&lt;property id=&quot;20307&quot; value=&quot;296&quot;/&gt;&lt;/object&gt;&lt;object type=&quot;3&quot; unique_id=&quot;10038&quot;&gt;&lt;property id=&quot;20148&quot; value=&quot;5&quot;/&gt;&lt;property id=&quot;20300&quot; value=&quot;Slide 7&quot;/&gt;&lt;property id=&quot;20307&quot; value=&quot;292&quot;/&gt;&lt;/object&gt;&lt;object type=&quot;3&quot; unique_id=&quot;10127&quot;&gt;&lt;property id=&quot;20148&quot; value=&quot;5&quot;/&gt;&lt;property id=&quot;20300&quot; value=&quot;Slide 8&quot;/&gt;&lt;property id=&quot;20307&quot; value=&quot;297&quot;/&gt;&lt;/object&gt;&lt;object type=&quot;3&quot; unique_id=&quot;10178&quot;&gt;&lt;property id=&quot;20148&quot; value=&quot;5&quot;/&gt;&lt;property id=&quot;20300&quot; value=&quot;Slide 10 - &amp;quot;Bài tập&amp;quot;&quot;/&gt;&lt;property id=&quot;20307&quot; value=&quot;298&quot;/&gt;&lt;/object&gt;&lt;object type=&quot;3&quot; unique_id=&quot;11711&quot;&gt;&lt;property id=&quot;20148&quot; value=&quot;5&quot;/&gt;&lt;property id=&quot;20300&quot; value=&quot;Slide 9&quot;/&gt;&lt;property id=&quot;20307&quot; value=&quot;299&quot;/&gt;&lt;/object&gt;&lt;object type=&quot;3&quot; unique_id=&quot;11784&quot;&gt;&lt;property id=&quot;20148&quot; value=&quot;5&quot;/&gt;&lt;property id=&quot;20300&quot; value=&quot;Slide 11&quot;/&gt;&lt;property id=&quot;20307&quot; value=&quot;300&quot;/&gt;&lt;/object&gt;&lt;/object&gt;&lt;object type=&quot;8&quot; unique_id=&quot;10051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cdb2004199l">
  <a:themeElements>
    <a:clrScheme name="Office Theme 3">
      <a:dk1>
        <a:srgbClr val="000000"/>
      </a:dk1>
      <a:lt1>
        <a:srgbClr val="FFFFFF"/>
      </a:lt1>
      <a:dk2>
        <a:srgbClr val="003366"/>
      </a:dk2>
      <a:lt2>
        <a:srgbClr val="C0C0C0"/>
      </a:lt2>
      <a:accent1>
        <a:srgbClr val="229450"/>
      </a:accent1>
      <a:accent2>
        <a:srgbClr val="E3892F"/>
      </a:accent2>
      <a:accent3>
        <a:srgbClr val="FFFFFF"/>
      </a:accent3>
      <a:accent4>
        <a:srgbClr val="000000"/>
      </a:accent4>
      <a:accent5>
        <a:srgbClr val="ABC8B3"/>
      </a:accent5>
      <a:accent6>
        <a:srgbClr val="CE7C2A"/>
      </a:accent6>
      <a:hlink>
        <a:srgbClr val="0099CC"/>
      </a:hlink>
      <a:folHlink>
        <a:srgbClr val="855ADA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64B4DC"/>
        </a:accent1>
        <a:accent2>
          <a:srgbClr val="EA4A46"/>
        </a:accent2>
        <a:accent3>
          <a:srgbClr val="FFFFFF"/>
        </a:accent3>
        <a:accent4>
          <a:srgbClr val="000000"/>
        </a:accent4>
        <a:accent5>
          <a:srgbClr val="B8D6EB"/>
        </a:accent5>
        <a:accent6>
          <a:srgbClr val="D4423F"/>
        </a:accent6>
        <a:hlink>
          <a:srgbClr val="441FCD"/>
        </a:hlink>
        <a:folHlink>
          <a:srgbClr val="AAC85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480048"/>
        </a:dk2>
        <a:lt2>
          <a:srgbClr val="C0C0C0"/>
        </a:lt2>
        <a:accent1>
          <a:srgbClr val="DE791E"/>
        </a:accent1>
        <a:accent2>
          <a:srgbClr val="38A0DA"/>
        </a:accent2>
        <a:accent3>
          <a:srgbClr val="FFFFFF"/>
        </a:accent3>
        <a:accent4>
          <a:srgbClr val="000000"/>
        </a:accent4>
        <a:accent5>
          <a:srgbClr val="ECBEAB"/>
        </a:accent5>
        <a:accent6>
          <a:srgbClr val="3291C5"/>
        </a:accent6>
        <a:hlink>
          <a:srgbClr val="009999"/>
        </a:hlink>
        <a:folHlink>
          <a:srgbClr val="66A4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229450"/>
        </a:accent1>
        <a:accent2>
          <a:srgbClr val="E3892F"/>
        </a:accent2>
        <a:accent3>
          <a:srgbClr val="FFFFFF"/>
        </a:accent3>
        <a:accent4>
          <a:srgbClr val="000000"/>
        </a:accent4>
        <a:accent5>
          <a:srgbClr val="ABC8B3"/>
        </a:accent5>
        <a:accent6>
          <a:srgbClr val="CE7C2A"/>
        </a:accent6>
        <a:hlink>
          <a:srgbClr val="0099CC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cdb2004199l</Template>
  <TotalTime>1043</TotalTime>
  <Words>470</Words>
  <Application>Microsoft Office PowerPoint</Application>
  <PresentationFormat>On-screen Show (4:3)</PresentationFormat>
  <Paragraphs>53</Paragraphs>
  <Slides>7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cdb2004199l</vt:lpstr>
      <vt:lpstr>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  <vt:lpstr>PowerPoint Presentation</vt:lpstr>
    </vt:vector>
  </TitlesOfParts>
  <Company>dhsphue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tả thuật toán  sắp xếp nổi bọt</dc:title>
  <dc:creator>haha</dc:creator>
  <cp:lastModifiedBy>MIC</cp:lastModifiedBy>
  <cp:revision>204</cp:revision>
  <dcterms:created xsi:type="dcterms:W3CDTF">2011-09-25T00:11:24Z</dcterms:created>
  <dcterms:modified xsi:type="dcterms:W3CDTF">2024-11-15T10:44:19Z</dcterms:modified>
</cp:coreProperties>
</file>